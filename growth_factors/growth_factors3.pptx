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4772957-A30B-4696-AC0E-D7B5A06C678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growth_factors3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B7571F3-FE0A-4102-A7C7-3151E225DBD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4/7/26 4:56:17 PM MDT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2" name="slide2">
            <a:extLst>
              <a:ext uri="{FF2B5EF4-FFF2-40B4-BE49-F238E27FC236}">
                <a16:creationId xmlns:a16="http://schemas.microsoft.com/office/drawing/2014/main" id="{31D423B9-643F-4952-9E27-120D5ACA84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C1ACC573-5EFE-4773-97BE-3416A1E1EC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4" name="slide4">
            <a:extLst>
              <a:ext uri="{FF2B5EF4-FFF2-40B4-BE49-F238E27FC236}">
                <a16:creationId xmlns:a16="http://schemas.microsoft.com/office/drawing/2014/main" id="{13CFA366-EBC0-4DF3-861C-E2CD21663A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2026-04-07T22:56:18Z</dcterms:created>
  <dcterms:modified xsi:type="dcterms:W3CDTF">2026-04-07T22:56:18Z</dcterms:modified>
</cp:coreProperties>
</file>