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1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22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4/13/26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4/13/26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1">
            <a:extLst>
              <a:ext uri="{FF2B5EF4-FFF2-40B4-BE49-F238E27FC236}">
                <a16:creationId xmlns:a16="http://schemas.microsoft.com/office/drawing/2014/main" id="{34772957-A30B-4696-AC0E-D7B5A06C67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growth_factors3</a:t>
            </a:r>
          </a:p>
        </p:txBody>
      </p:sp>
      <p:sp>
        <p:nvSpPr>
          <p:cNvPr id="3" name="slide1">
            <a:extLst>
              <a:ext uri="{FF2B5EF4-FFF2-40B4-BE49-F238E27FC236}">
                <a16:creationId xmlns:a16="http://schemas.microsoft.com/office/drawing/2014/main" id="{EB7571F3-FE0A-4102-A7C7-3151E225DB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File created on: 4/7/26 4:56:17 PM MDT</a:t>
            </a:r>
          </a:p>
        </p:txBody>
      </p:sp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" descr="Story 13">
            <a:extLst>
              <a:ext uri="{FF2B5EF4-FFF2-40B4-BE49-F238E27FC236}">
                <a16:creationId xmlns:a16="http://schemas.microsoft.com/office/drawing/2014/main" id="{31D423B9-643F-4952-9E27-120D5ACA84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1170" y="0"/>
            <a:ext cx="87096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lide3" descr="Story 12">
            <a:extLst>
              <a:ext uri="{FF2B5EF4-FFF2-40B4-BE49-F238E27FC236}">
                <a16:creationId xmlns:a16="http://schemas.microsoft.com/office/drawing/2014/main" id="{C1ACC573-5EFE-4773-97BE-3416A1E1EC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1170" y="0"/>
            <a:ext cx="87096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de4" descr="Story 15">
            <a:extLst>
              <a:ext uri="{FF2B5EF4-FFF2-40B4-BE49-F238E27FC236}">
                <a16:creationId xmlns:a16="http://schemas.microsoft.com/office/drawing/2014/main" id="{13CFA366-EBC0-4DF3-861C-E2CD21663A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1170" y="0"/>
            <a:ext cx="87096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95965d95-ecc0-4720-b759-1f33c42ed7da}" enabled="1" method="Standard" siteId="{a0f29d7e-28cd-4f54-8442-7885aee7c08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10</Words>
  <Application>Microsoft Macintosh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growth_factors3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Wilson, Eric</cp:lastModifiedBy>
  <cp:revision>1</cp:revision>
  <dcterms:created xsi:type="dcterms:W3CDTF">2026-04-07T22:56:18Z</dcterms:created>
  <dcterms:modified xsi:type="dcterms:W3CDTF">2026-04-13T21:29:16Z</dcterms:modified>
</cp:coreProperties>
</file>